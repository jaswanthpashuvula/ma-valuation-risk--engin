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Halden Precision Components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Management presentation (fictional company, synthetic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7863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47548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FY2024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Revenue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EBITDA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17.3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EBITDA margin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17.2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Gross margin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 sheet and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Net debt (FY2024): $21.4M</a:t>
            </a:r>
          </a:p>
          <a:p>
            <a:r>
              <a:t>Cash (FY2024): $6.5M</a:t>
            </a:r>
          </a:p>
          <a:p>
            <a:r>
              <a:t>Top customer: 19% of FY2024 revenue</a:t>
            </a:r>
          </a:p>
          <a:p>
            <a:r>
              <a:t>ARR (FY2024): $37.1M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