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Nilgiri Precision Components Limited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Management presentation (fictional company, synthetic data)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Financial highlights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645920"/>
          <a:ext cx="7863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1280"/>
                <a:gridCol w="2621280"/>
                <a:gridCol w="2621280"/>
              </a:tblGrid>
              <a:tr h="396240">
                <a:tc>
                  <a:txBody>
                    <a:bodyPr/>
                    <a:lstStyle/>
                    <a:p>
                      <a:r>
                        <a:t>Particulars (₹ Cr)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FY23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FY24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822.1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888.3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EBITDA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105.4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123.4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EBITDA margin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13.9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Gross margin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39.8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PAT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46.7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Balance sheet, customers and order 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786384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Net debt (FY24): ₹92.8 Cr</a:t>
            </a:r>
          </a:p>
          <a:p>
            <a:r>
              <a:t>Cash (FY24): ₹34.4 Cr</a:t>
            </a:r>
          </a:p>
          <a:p>
            <a:r>
              <a:t>Top customer: 16% of FY24 revenue</a:t>
            </a:r>
          </a:p>
          <a:p>
            <a:r>
              <a:t>Order book (FY24): ₹796.3 Cr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